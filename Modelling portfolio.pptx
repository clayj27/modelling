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52" d="100"/>
          <a:sy n="152" d="100"/>
        </p:scale>
        <p:origin x="576"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E9B0-D5A0-5D79-1D48-22E398F0DA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A55A858-0CBB-9583-CAA3-1B3D37E246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675B7D9-0562-71FF-446A-384699C9C44C}"/>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5" name="Footer Placeholder 4">
            <a:extLst>
              <a:ext uri="{FF2B5EF4-FFF2-40B4-BE49-F238E27FC236}">
                <a16:creationId xmlns:a16="http://schemas.microsoft.com/office/drawing/2014/main" id="{EB55100A-B988-461A-191C-76D6A0038B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C29571-53BE-15C5-4FC7-FE1DB1A826BF}"/>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1024737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159FB-D4DB-CD82-95D8-B929411098A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6578408-EF43-105D-D367-59C63FDE50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C9ADC20-AA58-066A-DB37-50B7485639AB}"/>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5" name="Footer Placeholder 4">
            <a:extLst>
              <a:ext uri="{FF2B5EF4-FFF2-40B4-BE49-F238E27FC236}">
                <a16:creationId xmlns:a16="http://schemas.microsoft.com/office/drawing/2014/main" id="{C88ADDCA-5D32-D552-9385-A98E40B739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C0CC80-16EF-F4E9-EE1B-DED0D9B1676C}"/>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400251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7B718-6923-60EB-830F-160C4CDEDE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E3A3510-93F2-ABE7-6C2F-CBCCA295CE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DA2D02-3128-539D-EB7A-D6169998FAF9}"/>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5" name="Footer Placeholder 4">
            <a:extLst>
              <a:ext uri="{FF2B5EF4-FFF2-40B4-BE49-F238E27FC236}">
                <a16:creationId xmlns:a16="http://schemas.microsoft.com/office/drawing/2014/main" id="{69C8197A-21E5-8178-8098-8E742028A72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71B4A1-088A-218A-B96B-70C7D2EF1927}"/>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1546033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9FF7B-53D5-089E-8908-B46E900CFCE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C55CCE-1C0A-7619-A118-7249A90273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F574443-5CE2-0A94-1278-F4144EA3EA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8847CCC-703D-F038-0498-C56978F9C96E}"/>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6" name="Footer Placeholder 5">
            <a:extLst>
              <a:ext uri="{FF2B5EF4-FFF2-40B4-BE49-F238E27FC236}">
                <a16:creationId xmlns:a16="http://schemas.microsoft.com/office/drawing/2014/main" id="{55A79265-0BC0-1F90-F086-65A19DBEB0E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CD27D9-F796-EED4-2E3F-378D06D0EE19}"/>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2886463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71332-EF6F-092D-40DC-995D6CFF9BB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AC006E2-EBE1-F0AC-D0D1-A6BBBAB2D8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44B84A-6AA3-6CDA-C44E-F14C7FE5F2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C046567-1CE6-EE15-C335-C615D1E734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8A1B65-F5CC-A97E-C69A-CD44311CD9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8EBD7F9-45A7-8A8B-F387-1A02805824BC}"/>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8" name="Footer Placeholder 7">
            <a:extLst>
              <a:ext uri="{FF2B5EF4-FFF2-40B4-BE49-F238E27FC236}">
                <a16:creationId xmlns:a16="http://schemas.microsoft.com/office/drawing/2014/main" id="{42802BAE-08A3-22A7-03B5-D52680B6C87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9464BD-90E0-FE61-0B0F-65FE3C5003D0}"/>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221880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E989D-D747-9E11-2A5D-DA89F0A13A6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06F0BD0-FF6B-8CB8-3B06-B2E383E5A3DA}"/>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4" name="Footer Placeholder 3">
            <a:extLst>
              <a:ext uri="{FF2B5EF4-FFF2-40B4-BE49-F238E27FC236}">
                <a16:creationId xmlns:a16="http://schemas.microsoft.com/office/drawing/2014/main" id="{42877637-82F8-9CA6-A149-05ECAA70B90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4D50757-07A7-F092-BBF5-880D690DDB6A}"/>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397452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0D835B-33D5-D84F-2656-8A0B82617BFB}"/>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3" name="Footer Placeholder 2">
            <a:extLst>
              <a:ext uri="{FF2B5EF4-FFF2-40B4-BE49-F238E27FC236}">
                <a16:creationId xmlns:a16="http://schemas.microsoft.com/office/drawing/2014/main" id="{F25582DB-C0EB-E001-A662-D3701B73F99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5FB7805-B4F2-A641-ED90-AAC0E3F2DFE6}"/>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4090932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EBE52-8EDD-8E06-DC2C-2E5068697A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DC66CA-56B8-5BD6-EDD8-848F1FA47B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0C2CBD4-20F1-A10F-D1F6-321CB23ED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8F2882-EC02-94E2-1D14-EF5CA2DD880D}"/>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6" name="Footer Placeholder 5">
            <a:extLst>
              <a:ext uri="{FF2B5EF4-FFF2-40B4-BE49-F238E27FC236}">
                <a16:creationId xmlns:a16="http://schemas.microsoft.com/office/drawing/2014/main" id="{83798B0D-D2C5-F029-2618-E3500738F96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3D03C3-CF4B-B078-F318-070B85B604E2}"/>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682338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657A2-1726-68DA-DDF6-F23F73D9A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A1DAFE2-1107-B6FD-C134-6425C8E915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3FE5ED0-2276-EE26-67D3-F31CE7EE2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B23CA-C24D-757B-C316-7F751D0C8B3E}"/>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6" name="Footer Placeholder 5">
            <a:extLst>
              <a:ext uri="{FF2B5EF4-FFF2-40B4-BE49-F238E27FC236}">
                <a16:creationId xmlns:a16="http://schemas.microsoft.com/office/drawing/2014/main" id="{D8519AD4-DB52-B9AF-BFF4-2DF03398219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C100DE4-B5CB-CC33-75A2-5390430DD297}"/>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3826397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5EE9-0B8D-E62C-88F1-AA2190FC00F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6A85422-FC20-9129-38B7-469AAE0265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BC25BF-4C06-5476-E99A-EF7FC365D155}"/>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5" name="Footer Placeholder 4">
            <a:extLst>
              <a:ext uri="{FF2B5EF4-FFF2-40B4-BE49-F238E27FC236}">
                <a16:creationId xmlns:a16="http://schemas.microsoft.com/office/drawing/2014/main" id="{6F4596F2-6B68-92F3-EE30-4391851F12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5323F7-204A-2A8B-D76C-32F071D23634}"/>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1168720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BCB87A-93DF-3267-3CD1-72C2AF7B40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F8E110C-6A39-7BA3-2E52-7E97DCFA4C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365F43-5A9A-3D6C-5D7F-05AB682E7DC7}"/>
              </a:ext>
            </a:extLst>
          </p:cNvPr>
          <p:cNvSpPr>
            <a:spLocks noGrp="1"/>
          </p:cNvSpPr>
          <p:nvPr>
            <p:ph type="dt" sz="half" idx="10"/>
          </p:nvPr>
        </p:nvSpPr>
        <p:spPr/>
        <p:txBody>
          <a:bodyPr/>
          <a:lstStyle/>
          <a:p>
            <a:fld id="{91A383FA-0073-4418-B5D6-6F8F732339E7}" type="datetimeFigureOut">
              <a:rPr lang="en-GB" smtClean="0"/>
              <a:t>24/04/2026</a:t>
            </a:fld>
            <a:endParaRPr lang="en-GB"/>
          </a:p>
        </p:txBody>
      </p:sp>
      <p:sp>
        <p:nvSpPr>
          <p:cNvPr id="5" name="Footer Placeholder 4">
            <a:extLst>
              <a:ext uri="{FF2B5EF4-FFF2-40B4-BE49-F238E27FC236}">
                <a16:creationId xmlns:a16="http://schemas.microsoft.com/office/drawing/2014/main" id="{829D9429-0DBF-9B04-8617-09259F10BF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832B25-E94D-CEA0-2E4B-E06FDFC90B82}"/>
              </a:ext>
            </a:extLst>
          </p:cNvPr>
          <p:cNvSpPr>
            <a:spLocks noGrp="1"/>
          </p:cNvSpPr>
          <p:nvPr>
            <p:ph type="sldNum" sz="quarter" idx="12"/>
          </p:nvPr>
        </p:nvSpPr>
        <p:spPr/>
        <p:txBody>
          <a:bodyPr/>
          <a:lstStyle/>
          <a:p>
            <a:fld id="{ABED2E66-F03D-47FF-B935-DADF0760B709}" type="slidenum">
              <a:rPr lang="en-GB" smtClean="0"/>
              <a:t>‹#›</a:t>
            </a:fld>
            <a:endParaRPr lang="en-GB"/>
          </a:p>
        </p:txBody>
      </p:sp>
    </p:spTree>
    <p:extLst>
      <p:ext uri="{BB962C8B-B14F-4D97-AF65-F5344CB8AC3E}">
        <p14:creationId xmlns:p14="http://schemas.microsoft.com/office/powerpoint/2010/main" val="152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4E0211-5A0F-351E-6123-A294A6423B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7BB4B4-3FE2-0FE4-8608-BC1BD2402C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BE721B-EEDB-CA86-C23E-C3B4DD4AE9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A383FA-0073-4418-B5D6-6F8F732339E7}" type="datetimeFigureOut">
              <a:rPr lang="en-GB" smtClean="0"/>
              <a:t>24/04/2026</a:t>
            </a:fld>
            <a:endParaRPr lang="en-GB"/>
          </a:p>
        </p:txBody>
      </p:sp>
      <p:sp>
        <p:nvSpPr>
          <p:cNvPr id="5" name="Footer Placeholder 4">
            <a:extLst>
              <a:ext uri="{FF2B5EF4-FFF2-40B4-BE49-F238E27FC236}">
                <a16:creationId xmlns:a16="http://schemas.microsoft.com/office/drawing/2014/main" id="{79914375-6619-AEF7-A14E-7E1D61F698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4682008-7BC0-D713-B677-932387C1A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ED2E66-F03D-47FF-B935-DADF0760B709}" type="slidenum">
              <a:rPr lang="en-GB" smtClean="0"/>
              <a:t>‹#›</a:t>
            </a:fld>
            <a:endParaRPr lang="en-GB"/>
          </a:p>
        </p:txBody>
      </p:sp>
    </p:spTree>
    <p:extLst>
      <p:ext uri="{BB962C8B-B14F-4D97-AF65-F5344CB8AC3E}">
        <p14:creationId xmlns:p14="http://schemas.microsoft.com/office/powerpoint/2010/main" val="1341658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3DF40-EE8F-AC86-E4CA-7E5F5E3BC61C}"/>
              </a:ext>
            </a:extLst>
          </p:cNvPr>
          <p:cNvSpPr>
            <a:spLocks noGrp="1"/>
          </p:cNvSpPr>
          <p:nvPr>
            <p:ph type="ctrTitle"/>
          </p:nvPr>
        </p:nvSpPr>
        <p:spPr/>
        <p:txBody>
          <a:bodyPr/>
          <a:lstStyle/>
          <a:p>
            <a:r>
              <a:rPr lang="en-GB" dirty="0"/>
              <a:t>3D Modelling </a:t>
            </a:r>
          </a:p>
        </p:txBody>
      </p:sp>
      <p:sp>
        <p:nvSpPr>
          <p:cNvPr id="3" name="Subtitle 2">
            <a:extLst>
              <a:ext uri="{FF2B5EF4-FFF2-40B4-BE49-F238E27FC236}">
                <a16:creationId xmlns:a16="http://schemas.microsoft.com/office/drawing/2014/main" id="{0DB1CED7-F809-A91D-403E-46BF029F26C5}"/>
              </a:ext>
            </a:extLst>
          </p:cNvPr>
          <p:cNvSpPr>
            <a:spLocks noGrp="1"/>
          </p:cNvSpPr>
          <p:nvPr>
            <p:ph type="subTitle" idx="1"/>
          </p:nvPr>
        </p:nvSpPr>
        <p:spPr/>
        <p:txBody>
          <a:bodyPr/>
          <a:lstStyle/>
          <a:p>
            <a:r>
              <a:rPr lang="en-GB" dirty="0"/>
              <a:t>3D Silo modelling project by Clay Johnson - 25134410</a:t>
            </a:r>
          </a:p>
        </p:txBody>
      </p:sp>
    </p:spTree>
    <p:extLst>
      <p:ext uri="{BB962C8B-B14F-4D97-AF65-F5344CB8AC3E}">
        <p14:creationId xmlns:p14="http://schemas.microsoft.com/office/powerpoint/2010/main" val="3363849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43CE-A077-B2E1-9EBC-9FB251978DBD}"/>
              </a:ext>
            </a:extLst>
          </p:cNvPr>
          <p:cNvSpPr>
            <a:spLocks noGrp="1"/>
          </p:cNvSpPr>
          <p:nvPr>
            <p:ph type="title"/>
          </p:nvPr>
        </p:nvSpPr>
        <p:spPr/>
        <p:txBody>
          <a:bodyPr/>
          <a:lstStyle/>
          <a:p>
            <a:r>
              <a:rPr lang="en-GB" dirty="0"/>
              <a:t>Task Assignment</a:t>
            </a:r>
          </a:p>
        </p:txBody>
      </p:sp>
      <p:pic>
        <p:nvPicPr>
          <p:cNvPr id="5" name="Content Placeholder 4">
            <a:extLst>
              <a:ext uri="{FF2B5EF4-FFF2-40B4-BE49-F238E27FC236}">
                <a16:creationId xmlns:a16="http://schemas.microsoft.com/office/drawing/2014/main" id="{25357A3B-0EEE-AB4F-5BB2-EF929062D6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931" y="1690688"/>
            <a:ext cx="5002104" cy="3400797"/>
          </a:xfrm>
          <a:prstGeom prst="rect">
            <a:avLst/>
          </a:prstGeom>
        </p:spPr>
      </p:pic>
      <p:sp>
        <p:nvSpPr>
          <p:cNvPr id="7" name="TextBox 6">
            <a:extLst>
              <a:ext uri="{FF2B5EF4-FFF2-40B4-BE49-F238E27FC236}">
                <a16:creationId xmlns:a16="http://schemas.microsoft.com/office/drawing/2014/main" id="{5234FFB8-D65E-8DC6-AEC9-2647BC251AF3}"/>
              </a:ext>
            </a:extLst>
          </p:cNvPr>
          <p:cNvSpPr txBox="1"/>
          <p:nvPr/>
        </p:nvSpPr>
        <p:spPr>
          <a:xfrm>
            <a:off x="5687736" y="1774272"/>
            <a:ext cx="5561901" cy="2585323"/>
          </a:xfrm>
          <a:prstGeom prst="rect">
            <a:avLst/>
          </a:prstGeom>
          <a:noFill/>
        </p:spPr>
        <p:txBody>
          <a:bodyPr wrap="square" rtlCol="0">
            <a:spAutoFit/>
          </a:bodyPr>
          <a:lstStyle/>
          <a:p>
            <a:r>
              <a:rPr lang="en-GB" dirty="0"/>
              <a:t> - The assigned task was to make our own 3D model of a silo by:</a:t>
            </a:r>
          </a:p>
          <a:p>
            <a:endParaRPr lang="en-GB" dirty="0"/>
          </a:p>
          <a:p>
            <a:r>
              <a:rPr lang="en-GB" dirty="0"/>
              <a:t>-Using the Splash Damage art test silo as a reference</a:t>
            </a:r>
          </a:p>
          <a:p>
            <a:r>
              <a:rPr lang="en-GB" dirty="0"/>
              <a:t>-Creating a low poly and high poly model with a complete UV unwrap</a:t>
            </a:r>
          </a:p>
          <a:p>
            <a:r>
              <a:rPr lang="en-GB" dirty="0"/>
              <a:t>-Bake the model in Adobe Substance Painter</a:t>
            </a:r>
          </a:p>
          <a:p>
            <a:r>
              <a:rPr lang="en-GB" dirty="0"/>
              <a:t>-Fully texture the model in Adobe Substance Painter</a:t>
            </a:r>
          </a:p>
          <a:p>
            <a:r>
              <a:rPr lang="en-GB" dirty="0"/>
              <a:t>-Render the completed model in Unreal Engine</a:t>
            </a:r>
          </a:p>
        </p:txBody>
      </p:sp>
    </p:spTree>
    <p:extLst>
      <p:ext uri="{BB962C8B-B14F-4D97-AF65-F5344CB8AC3E}">
        <p14:creationId xmlns:p14="http://schemas.microsoft.com/office/powerpoint/2010/main" val="3571284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F745D-C833-D9AA-2A1F-AE5FAE7BB1EA}"/>
              </a:ext>
            </a:extLst>
          </p:cNvPr>
          <p:cNvSpPr>
            <a:spLocks noGrp="1"/>
          </p:cNvSpPr>
          <p:nvPr>
            <p:ph type="title"/>
          </p:nvPr>
        </p:nvSpPr>
        <p:spPr>
          <a:xfrm>
            <a:off x="-62917" y="0"/>
            <a:ext cx="10720431" cy="616592"/>
          </a:xfrm>
        </p:spPr>
        <p:txBody>
          <a:bodyPr>
            <a:normAutofit fontScale="90000"/>
          </a:bodyPr>
          <a:lstStyle/>
          <a:p>
            <a:r>
              <a:rPr lang="en-GB" dirty="0"/>
              <a:t>Basic Block Out</a:t>
            </a:r>
          </a:p>
        </p:txBody>
      </p:sp>
      <p:sp>
        <p:nvSpPr>
          <p:cNvPr id="3" name="Content Placeholder 2">
            <a:extLst>
              <a:ext uri="{FF2B5EF4-FFF2-40B4-BE49-F238E27FC236}">
                <a16:creationId xmlns:a16="http://schemas.microsoft.com/office/drawing/2014/main" id="{4007411F-5C48-221A-2D74-7D983FC3C6E5}"/>
              </a:ext>
            </a:extLst>
          </p:cNvPr>
          <p:cNvSpPr>
            <a:spLocks noGrp="1"/>
          </p:cNvSpPr>
          <p:nvPr>
            <p:ph idx="1"/>
          </p:nvPr>
        </p:nvSpPr>
        <p:spPr>
          <a:xfrm>
            <a:off x="838200" y="4811086"/>
            <a:ext cx="10515600" cy="1365876"/>
          </a:xfrm>
        </p:spPr>
        <p:txBody>
          <a:bodyPr/>
          <a:lstStyle/>
          <a:p>
            <a:pPr marL="0" indent="0">
              <a:buNone/>
            </a:pPr>
            <a:r>
              <a:rPr lang="en-GB" dirty="0"/>
              <a:t>My first step in creating the model was to block out the shape of the silo using basic shapes while still making a to-scale version of what the complete silo should look like</a:t>
            </a:r>
          </a:p>
        </p:txBody>
      </p:sp>
      <p:pic>
        <p:nvPicPr>
          <p:cNvPr id="5" name="Picture 4">
            <a:extLst>
              <a:ext uri="{FF2B5EF4-FFF2-40B4-BE49-F238E27FC236}">
                <a16:creationId xmlns:a16="http://schemas.microsoft.com/office/drawing/2014/main" id="{383032DE-B371-92A1-1869-39E6A7FFE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507" y="665858"/>
            <a:ext cx="3676839" cy="4095961"/>
          </a:xfrm>
          <a:prstGeom prst="rect">
            <a:avLst/>
          </a:prstGeom>
        </p:spPr>
      </p:pic>
      <p:pic>
        <p:nvPicPr>
          <p:cNvPr id="7" name="Picture 6">
            <a:extLst>
              <a:ext uri="{FF2B5EF4-FFF2-40B4-BE49-F238E27FC236}">
                <a16:creationId xmlns:a16="http://schemas.microsoft.com/office/drawing/2014/main" id="{A0AB7018-0DA5-4686-129B-35B14826B7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7429" y="665858"/>
            <a:ext cx="3962500" cy="4095961"/>
          </a:xfrm>
          <a:prstGeom prst="rect">
            <a:avLst/>
          </a:prstGeom>
        </p:spPr>
      </p:pic>
      <p:pic>
        <p:nvPicPr>
          <p:cNvPr id="9" name="Picture 8">
            <a:extLst>
              <a:ext uri="{FF2B5EF4-FFF2-40B4-BE49-F238E27FC236}">
                <a16:creationId xmlns:a16="http://schemas.microsoft.com/office/drawing/2014/main" id="{6C6C50E1-D4BF-BCD9-3042-D8513F409AEC}"/>
              </a:ext>
            </a:extLst>
          </p:cNvPr>
          <p:cNvPicPr>
            <a:picLocks noChangeAspect="1"/>
          </p:cNvPicPr>
          <p:nvPr/>
        </p:nvPicPr>
        <p:blipFill>
          <a:blip r:embed="rId4"/>
          <a:stretch>
            <a:fillRect/>
          </a:stretch>
        </p:blipFill>
        <p:spPr>
          <a:xfrm>
            <a:off x="8471647" y="665857"/>
            <a:ext cx="3534520" cy="4095961"/>
          </a:xfrm>
          <a:prstGeom prst="rect">
            <a:avLst/>
          </a:prstGeom>
        </p:spPr>
      </p:pic>
    </p:spTree>
    <p:extLst>
      <p:ext uri="{BB962C8B-B14F-4D97-AF65-F5344CB8AC3E}">
        <p14:creationId xmlns:p14="http://schemas.microsoft.com/office/powerpoint/2010/main" val="224373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4E04B-06A8-D6E2-3141-8FAB48F2B4F8}"/>
              </a:ext>
            </a:extLst>
          </p:cNvPr>
          <p:cNvSpPr>
            <a:spLocks noGrp="1"/>
          </p:cNvSpPr>
          <p:nvPr>
            <p:ph type="title"/>
          </p:nvPr>
        </p:nvSpPr>
        <p:spPr>
          <a:xfrm>
            <a:off x="-58271" y="-52014"/>
            <a:ext cx="10336306" cy="733051"/>
          </a:xfrm>
        </p:spPr>
        <p:txBody>
          <a:bodyPr/>
          <a:lstStyle/>
          <a:p>
            <a:r>
              <a:rPr lang="en-GB" dirty="0"/>
              <a:t>Low Poly Model</a:t>
            </a:r>
          </a:p>
        </p:txBody>
      </p:sp>
      <p:sp>
        <p:nvSpPr>
          <p:cNvPr id="3" name="Content Placeholder 2">
            <a:extLst>
              <a:ext uri="{FF2B5EF4-FFF2-40B4-BE49-F238E27FC236}">
                <a16:creationId xmlns:a16="http://schemas.microsoft.com/office/drawing/2014/main" id="{D308B46B-E224-B941-716F-D61B0FB76974}"/>
              </a:ext>
            </a:extLst>
          </p:cNvPr>
          <p:cNvSpPr>
            <a:spLocks noGrp="1"/>
          </p:cNvSpPr>
          <p:nvPr>
            <p:ph idx="1"/>
          </p:nvPr>
        </p:nvSpPr>
        <p:spPr>
          <a:xfrm>
            <a:off x="280332" y="571343"/>
            <a:ext cx="10515600" cy="1869216"/>
          </a:xfrm>
        </p:spPr>
        <p:txBody>
          <a:bodyPr>
            <a:normAutofit lnSpcReduction="10000"/>
          </a:bodyPr>
          <a:lstStyle/>
          <a:p>
            <a:pPr marL="0" indent="0">
              <a:buNone/>
            </a:pPr>
            <a:r>
              <a:rPr lang="en-GB" dirty="0"/>
              <a:t>Based on the block out design, I created a complete model of the silo with features like bevels that contains very little edge loops to keep the polygon count as low as possible and prevent the model from appearing very smooth while also trying to have a clean topology, lacking n-</a:t>
            </a:r>
            <a:r>
              <a:rPr lang="en-GB" dirty="0" err="1"/>
              <a:t>gons</a:t>
            </a:r>
            <a:endParaRPr lang="en-GB" dirty="0"/>
          </a:p>
        </p:txBody>
      </p:sp>
      <p:pic>
        <p:nvPicPr>
          <p:cNvPr id="5" name="Picture 4">
            <a:extLst>
              <a:ext uri="{FF2B5EF4-FFF2-40B4-BE49-F238E27FC236}">
                <a16:creationId xmlns:a16="http://schemas.microsoft.com/office/drawing/2014/main" id="{B2115B27-E5B5-949E-2872-811A4D9D43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1972" y="2650281"/>
            <a:ext cx="2991374" cy="3944101"/>
          </a:xfrm>
          <a:prstGeom prst="rect">
            <a:avLst/>
          </a:prstGeom>
        </p:spPr>
      </p:pic>
      <p:pic>
        <p:nvPicPr>
          <p:cNvPr id="7" name="Picture 6">
            <a:extLst>
              <a:ext uri="{FF2B5EF4-FFF2-40B4-BE49-F238E27FC236}">
                <a16:creationId xmlns:a16="http://schemas.microsoft.com/office/drawing/2014/main" id="{0838A3EE-055C-6C03-A92C-A72EB71F2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4372" y="2650282"/>
            <a:ext cx="2924555" cy="3944101"/>
          </a:xfrm>
          <a:prstGeom prst="rect">
            <a:avLst/>
          </a:prstGeom>
        </p:spPr>
      </p:pic>
    </p:spTree>
    <p:extLst>
      <p:ext uri="{BB962C8B-B14F-4D97-AF65-F5344CB8AC3E}">
        <p14:creationId xmlns:p14="http://schemas.microsoft.com/office/powerpoint/2010/main" val="701177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172</Words>
  <Application>Microsoft Office PowerPoint</Application>
  <PresentationFormat>Widescreen</PresentationFormat>
  <Paragraphs>14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3D Modelling </vt:lpstr>
      <vt:lpstr>Task Assignment</vt:lpstr>
      <vt:lpstr>Basic Block Out</vt:lpstr>
      <vt:lpstr>Low Poly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Clay Johnson</dc:creator>
  <cp:lastModifiedBy>Clay Johnson</cp:lastModifiedBy>
  <cp:revision>1</cp:revision>
  <dcterms:created xsi:type="dcterms:W3CDTF">2026-04-24T21:13:19Z</dcterms:created>
  <dcterms:modified xsi:type="dcterms:W3CDTF">2026-04-24T22:58:31Z</dcterms:modified>
</cp:coreProperties>
</file>